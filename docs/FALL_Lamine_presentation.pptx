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71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471CC-E59F-4B14-A5D5-7D5DE3FDA6DC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374D9-3D88-4D7D-8701-7B903678A9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99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374D9-3D88-4D7D-8701-7B903678A90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25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D96F1-BC2B-FF23-776F-F9ED7A4D6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4CC99A-73E3-A9B7-F563-00613E81D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1AFE1B-2F56-BAA1-2A8C-4F83F063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CB6E75-8BCD-5DEE-6685-CA85C970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551A5B-4747-1A5F-B1F9-CA34EFE7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07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0D4CE-9AF2-CF03-2DDA-8254F4E1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5BA7EC-AF58-DD30-AD95-5A623836A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D6BC3B-8B09-8BD5-23BA-CD76FCDF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36341F-A254-510D-BE9B-076A3C97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EDC794-0C6F-4C73-E0C6-52FE9233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65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E4057-B9F4-ABCE-6301-8F9FF91F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B09E1B-66EE-FCD3-764E-6ED3CCCF9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46F5B5-1051-B6D7-8741-6F76A661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C29327-3621-FA6D-FC28-87BD3F46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EC803D-990A-ADB6-256B-A7578D57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66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F11ED-DF77-2C56-14EC-CD896FF2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AFC86B-2998-E93F-1AE9-EA4C8A22B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EC6CBD-349E-9DBE-76C8-16D41AF25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6E2502-C234-6CF3-B9AC-0DABB078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EC0AEC-2A8B-0CAA-C4F6-57F05E9D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3CDC7B-0026-978A-3E7F-4966FA4E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24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C2D75-44F6-CDDB-6029-EA4CA8C5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B95670-0FFC-8A74-7F73-122F8D9A0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D37087-93FA-F0FF-2164-1B25FDC21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FD492D-2EA8-DC5B-6DE4-0015A5959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1839CC5-D17D-9FD2-2683-A9D4E2BBC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E8F4907-22D1-7F8B-1E09-2DD35813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B6DD09-0755-7C42-A9B5-23363B41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B44B57-B7C6-FFA8-307E-ACDA9B55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73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09E873-9D97-4FBD-3F20-99735DE8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3C26F2-38FA-000D-EA4F-89FDF78E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564E44-7BD1-A79D-C822-0DAE7669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D17F3E-CFFF-B175-08DB-DEEAC4F9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8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F1B6D5-69CF-E575-D67E-DB252B72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B854D4C-B38C-1A86-3A18-C0489929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33C6A7-144F-A2AB-091B-5E46EC9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27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08CBB-B55E-A998-1D5A-0ADC9426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2E28D-A93E-FA80-94D8-D998F1CEE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4C67A3-548D-E410-8D47-58279B71C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ADDDE-C20C-116D-857C-24FA127B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D3471E-F75F-587D-0919-E110D4F9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32A565-82C3-1DA6-73B2-FC6BC34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32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DFC1F-1349-9FB7-4121-3E1547FF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44DC14-C68B-4C23-D858-88A8B01A4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951FC8-F79D-959E-89B8-14F14AFED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740E33-4B65-2534-1A29-73CC15E2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AD0ED6-BE02-75DF-7C61-89540B07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512223-633E-7B34-B2B9-3E0057C4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04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EA2C1-8875-49B6-8151-73A4ABEE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AA01D9-07B9-5CD7-9759-3F5E38DD0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65F3AA-3467-7D16-BB6C-57D4D3F7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8CB5F-5891-D48E-A111-16BCFC23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3DCF83-A5C9-BD00-7A3C-3A1AB18D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63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9CA4A0-F138-1B84-5284-698CC4AC0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7AD5AF-6F5F-4A65-C5DC-F2407D537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24EF33-D1EC-752F-DEA7-E82B30AC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A440FE-3C9A-7386-1632-8748489E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534407-DB10-C602-F5D6-BDF0930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4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FF67B5D-3A51-BB28-857C-29CF52CB7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9C280A-BE07-319F-5BA7-F0C4B29E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675630-64E0-8C4A-FA07-F91F0C1D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D6E27-0609-4111-934E-03A5C6057C38}" type="datetimeFigureOut">
              <a:rPr lang="fr-FR" smtClean="0"/>
              <a:t>22/06/2026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61BF3B-4E23-8144-EB3E-83EC4FF6F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11105C-0648-7825-A6B0-3919CD9EE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096D4-A21A-46C1-8311-9CA9B0AF6C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74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aminefall854.github.io/FALL-Lamine-AfriTalent-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aminefall854.github.io/FALL-Lamine-AfriTalent-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D44393A-6433-22FD-34D8-6119B043227F}"/>
              </a:ext>
            </a:extLst>
          </p:cNvPr>
          <p:cNvSpPr txBox="1"/>
          <p:nvPr/>
        </p:nvSpPr>
        <p:spPr>
          <a:xfrm>
            <a:off x="122944" y="614723"/>
            <a:ext cx="1053481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 err="1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AfriTalent</a:t>
            </a:r>
            <a:r>
              <a:rPr lang="fr-FR" sz="7200" dirty="0">
                <a:latin typeface="Elephant" panose="02020904090505020303" pitchFamily="18" charset="0"/>
              </a:rPr>
              <a:t> </a:t>
            </a:r>
          </a:p>
          <a:p>
            <a:r>
              <a:rPr lang="fr-FR" sz="2000" b="1" i="1" dirty="0">
                <a:latin typeface="Berlin Sans FB Demi" panose="020E0802020502020306" pitchFamily="34" charset="0"/>
              </a:rPr>
              <a:t>Plateforme de freelancing tech en Afrique</a:t>
            </a: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r>
              <a:rPr lang="fr-FR" sz="3200" dirty="0" err="1">
                <a:latin typeface="Berlin Sans FB Demi" panose="020E0802020502020306" pitchFamily="34" charset="0"/>
              </a:rPr>
              <a:t>PreNom</a:t>
            </a:r>
            <a:r>
              <a:rPr lang="fr-FR" sz="3200" dirty="0">
                <a:latin typeface="Berlin Sans FB Demi" panose="020E0802020502020306" pitchFamily="34" charset="0"/>
              </a:rPr>
              <a:t>: Lamine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Nom: FALL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Classe: L1 IAGE — ISI 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Module: Développement Web</a:t>
            </a:r>
          </a:p>
          <a:p>
            <a:r>
              <a:rPr lang="fr-FR" sz="3200" dirty="0">
                <a:latin typeface="Berlin Sans FB Demi" panose="020E0802020502020306" pitchFamily="34" charset="0"/>
              </a:rPr>
              <a:t>					</a:t>
            </a: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r>
              <a:rPr lang="fr-FR" sz="3200" dirty="0">
                <a:latin typeface="Berlin Sans FB Demi" panose="020E0802020502020306" pitchFamily="34" charset="0"/>
              </a:rPr>
              <a:t>								</a:t>
            </a:r>
            <a:r>
              <a:rPr lang="fr-FR" sz="4400" b="1" i="1" dirty="0">
                <a:latin typeface="Berlin Sans FB Demi" panose="020E0802020502020306" pitchFamily="34" charset="0"/>
              </a:rPr>
              <a:t> Date : Juin 2026</a:t>
            </a: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endParaRPr lang="fr-FR" sz="3200" dirty="0">
              <a:latin typeface="Berlin Sans FB Demi" panose="020E0802020502020306" pitchFamily="34" charset="0"/>
            </a:endParaRPr>
          </a:p>
          <a:p>
            <a:endParaRPr lang="fr-FR" sz="32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CA0A37A-1BF3-760A-4054-60925B2597C2}"/>
              </a:ext>
            </a:extLst>
          </p:cNvPr>
          <p:cNvSpPr txBox="1"/>
          <p:nvPr/>
        </p:nvSpPr>
        <p:spPr>
          <a:xfrm>
            <a:off x="712098" y="173979"/>
            <a:ext cx="715336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200" dirty="0">
                <a:solidFill>
                  <a:schemeClr val="tx2"/>
                </a:solidFill>
                <a:highlight>
                  <a:srgbClr val="FFFF00"/>
                </a:highlight>
              </a:rPr>
              <a:t>Sommaire</a:t>
            </a:r>
          </a:p>
          <a:p>
            <a:endParaRPr lang="fr-FR" dirty="0"/>
          </a:p>
          <a:p>
            <a:r>
              <a:rPr lang="fr-FR" sz="3600" dirty="0">
                <a:latin typeface="Baskerville Old Face" panose="02020602080505020303" pitchFamily="18" charset="0"/>
              </a:rPr>
              <a:t>1. Contexte du projet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2. Choix de design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3. Architecture du site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4. Points techniques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5. GitHub &amp; déploiement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6. Difficultés rencontrées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7. Ressources utilisées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8. Démonstration live</a:t>
            </a:r>
          </a:p>
          <a:p>
            <a:r>
              <a:rPr lang="fr-FR" sz="3600" dirty="0">
                <a:latin typeface="Baskerville Old Face" panose="02020602080505020303" pitchFamily="18" charset="0"/>
              </a:rPr>
              <a:t>9. Conclusion &amp; perspectives</a:t>
            </a:r>
          </a:p>
        </p:txBody>
      </p:sp>
    </p:spTree>
    <p:extLst>
      <p:ext uri="{BB962C8B-B14F-4D97-AF65-F5344CB8AC3E}">
        <p14:creationId xmlns:p14="http://schemas.microsoft.com/office/powerpoint/2010/main" val="425900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A9684E9-E450-6AC4-5E32-113B07A6E03B}"/>
              </a:ext>
            </a:extLst>
          </p:cNvPr>
          <p:cNvSpPr txBox="1"/>
          <p:nvPr/>
        </p:nvSpPr>
        <p:spPr>
          <a:xfrm>
            <a:off x="548640" y="261257"/>
            <a:ext cx="8743405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Présentation Du Projet</a:t>
            </a:r>
          </a:p>
          <a:p>
            <a:endParaRPr lang="fr-FR" dirty="0">
              <a:solidFill>
                <a:schemeClr val="tx2"/>
              </a:solidFill>
            </a:endParaRPr>
          </a:p>
          <a:p>
            <a:r>
              <a:rPr lang="fr-FR" sz="2400" dirty="0">
                <a:latin typeface="Elephant" panose="02020904090505020303" pitchFamily="18" charset="0"/>
              </a:rPr>
              <a:t>Le marché du freelance tech en Afrique connaît </a:t>
            </a:r>
          </a:p>
          <a:p>
            <a:r>
              <a:rPr lang="fr-FR" sz="2400" dirty="0">
                <a:latin typeface="Elephant" panose="02020904090505020303" pitchFamily="18" charset="0"/>
              </a:rPr>
              <a:t>une croissance explosive.</a:t>
            </a:r>
          </a:p>
          <a:p>
            <a:endParaRPr lang="fr-FR" sz="2400" dirty="0">
              <a:latin typeface="Elephant" panose="02020904090505020303" pitchFamily="18" charset="0"/>
            </a:endParaRPr>
          </a:p>
          <a:p>
            <a:r>
              <a:rPr lang="fr-FR" sz="2400" dirty="0">
                <a:latin typeface="Elephant" panose="02020904090505020303" pitchFamily="18" charset="0"/>
              </a:rPr>
              <a:t>Objectif :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Concevoir un site vitrine complet pour une 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plateforme fictive de mise en relation entre 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freelances tech et entreprises africaines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sz="2400" dirty="0">
                <a:latin typeface="Elephant" panose="02020904090505020303" pitchFamily="18" charset="0"/>
              </a:rPr>
              <a:t>Public cible :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Freelances tech (développeurs, designers, etc.)</a:t>
            </a:r>
          </a:p>
          <a:p>
            <a:r>
              <a:rPr lang="fr-FR" sz="2400" dirty="0">
                <a:latin typeface="Berlin Sans FB" panose="020E0602020502020306" pitchFamily="34" charset="0"/>
              </a:rPr>
              <a:t>- Entreprises à la recherche de talents</a:t>
            </a:r>
          </a:p>
          <a:p>
            <a:endParaRPr lang="fr-FR" sz="2400" dirty="0">
              <a:latin typeface="Berlin Sans FB" panose="020E0602020502020306" pitchFamily="34" charset="0"/>
            </a:endParaRPr>
          </a:p>
          <a:p>
            <a:r>
              <a:rPr lang="fr-FR" sz="2400" dirty="0">
                <a:latin typeface="Elephant" panose="02020904090505020303" pitchFamily="18" charset="0"/>
              </a:rPr>
              <a:t>Projet individuel — Semestre 2</a:t>
            </a:r>
          </a:p>
          <a:p>
            <a:r>
              <a:rPr lang="fr-FR" dirty="0"/>
              <a:t>    </a:t>
            </a:r>
            <a:r>
              <a:rPr lang="fr-FR" sz="2400" dirty="0">
                <a:latin typeface="Berlin Sans FB" panose="020E0602020502020306" pitchFamily="34" charset="0"/>
              </a:rPr>
              <a:t>L1 IAGE — ISI Institut Supérieur d'Informatique</a:t>
            </a:r>
          </a:p>
        </p:txBody>
      </p:sp>
    </p:spTree>
    <p:extLst>
      <p:ext uri="{BB962C8B-B14F-4D97-AF65-F5344CB8AC3E}">
        <p14:creationId xmlns:p14="http://schemas.microsoft.com/office/powerpoint/2010/main" val="265741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767F2A5-81AC-FD99-95BD-CEE84DE1B9C9}"/>
              </a:ext>
            </a:extLst>
          </p:cNvPr>
          <p:cNvSpPr txBox="1"/>
          <p:nvPr/>
        </p:nvSpPr>
        <p:spPr>
          <a:xfrm>
            <a:off x="653143" y="0"/>
            <a:ext cx="826443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Choix de design: Graphique</a:t>
            </a:r>
          </a:p>
          <a:p>
            <a:pPr algn="ctr"/>
            <a:r>
              <a:rPr lang="fr-FR" sz="36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					</a:t>
            </a:r>
          </a:p>
          <a:p>
            <a:endParaRPr lang="fr-FR" dirty="0">
              <a:solidFill>
                <a:schemeClr val="tx2"/>
              </a:solidFill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Palette de couleurs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Bleu secondaire 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Noir sombre     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Gris texte       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Blanc           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Polices :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Titres    → Playfair Display (expressive)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Corps     → Poppins (lisible, moderne)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Tendances 2026 :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Bento Grid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Design épuré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Typographie expressive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Accessibilité</a:t>
            </a:r>
          </a:p>
        </p:txBody>
      </p:sp>
    </p:spTree>
    <p:extLst>
      <p:ext uri="{BB962C8B-B14F-4D97-AF65-F5344CB8AC3E}">
        <p14:creationId xmlns:p14="http://schemas.microsoft.com/office/powerpoint/2010/main" val="105158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012B9A2-EA2D-08DD-C527-4B974300E8E9}"/>
              </a:ext>
            </a:extLst>
          </p:cNvPr>
          <p:cNvSpPr txBox="1"/>
          <p:nvPr/>
        </p:nvSpPr>
        <p:spPr>
          <a:xfrm>
            <a:off x="202475" y="566678"/>
            <a:ext cx="849956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Inspirations &amp; Design</a:t>
            </a:r>
          </a:p>
          <a:p>
            <a:endParaRPr lang="fr-FR" dirty="0">
              <a:solidFill>
                <a:schemeClr val="tx2"/>
              </a:solidFill>
            </a:endParaRPr>
          </a:p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Choix stylistiques :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Navbar fixe avec effet shrink au scroll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Section Hero avec dégradé sombre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Bento Grid pour "Comment ça marche"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Carousel Bootstrap pour les témoignages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Cards avec effets hover (élévation + bordure)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Animations fade-in au scroll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 d'inspiration consultés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Awwwards.com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Dribbble.com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Bootstrap Examples</a:t>
            </a:r>
          </a:p>
        </p:txBody>
      </p:sp>
    </p:spTree>
    <p:extLst>
      <p:ext uri="{BB962C8B-B14F-4D97-AF65-F5344CB8AC3E}">
        <p14:creationId xmlns:p14="http://schemas.microsoft.com/office/powerpoint/2010/main" val="137888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421B0A9-4756-1E90-2901-50722F02CEC4}"/>
              </a:ext>
            </a:extLst>
          </p:cNvPr>
          <p:cNvSpPr txBox="1"/>
          <p:nvPr/>
        </p:nvSpPr>
        <p:spPr>
          <a:xfrm>
            <a:off x="457200" y="1415144"/>
            <a:ext cx="6115050" cy="515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index.html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freelances.html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tarifs.html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about.html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blog.html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contact.html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style.css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└── main.js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images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README.md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E7BBFD-F33D-1F41-6A99-3D2668B4E337}"/>
              </a:ext>
            </a:extLst>
          </p:cNvPr>
          <p:cNvSpPr txBox="1"/>
          <p:nvPr/>
        </p:nvSpPr>
        <p:spPr>
          <a:xfrm>
            <a:off x="949779" y="283028"/>
            <a:ext cx="611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projet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63788A-6D45-D3A4-BA37-24BFCFB67F46}"/>
              </a:ext>
            </a:extLst>
          </p:cNvPr>
          <p:cNvSpPr txBox="1"/>
          <p:nvPr/>
        </p:nvSpPr>
        <p:spPr>
          <a:xfrm>
            <a:off x="557893" y="987585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des fichiers</a:t>
            </a:r>
          </a:p>
        </p:txBody>
      </p:sp>
    </p:spTree>
    <p:extLst>
      <p:ext uri="{BB962C8B-B14F-4D97-AF65-F5344CB8AC3E}">
        <p14:creationId xmlns:p14="http://schemas.microsoft.com/office/powerpoint/2010/main" val="366160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548253C-5043-4DC6-BCC9-D8A855797E7C}"/>
              </a:ext>
            </a:extLst>
          </p:cNvPr>
          <p:cNvSpPr txBox="1"/>
          <p:nvPr/>
        </p:nvSpPr>
        <p:spPr>
          <a:xfrm>
            <a:off x="192101" y="107576"/>
            <a:ext cx="935146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Points techniques — JavaScript</a:t>
            </a:r>
          </a:p>
          <a:p>
            <a:r>
              <a:rPr lang="fr-FR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 DARK MODE / LIGHT MODE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Toggle dans la navbar, sauvegardé en localStorage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Persiste entre toutes les pages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COMPTEURS ANIMÉS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 0 à la valeur cible au scroll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Utilise IntersectionObserver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FILTRAGE DYNAMIQUE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 freelances filtrées par catégorie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Sans rechargement de page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fr-FR" sz="2400" b="1" i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FORMULAIRE</a:t>
            </a:r>
            <a:endParaRPr lang="fr-FR" sz="2000" b="1" i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pour l'email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Minimum 20 caractères pour le message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Messages d'erreur personnalisés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fr-FR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BOUTON RETOUR EN HAUT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Apparaît après 300px de scroll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Smooth scroll au clic</a:t>
            </a:r>
          </a:p>
        </p:txBody>
      </p:sp>
    </p:spTree>
    <p:extLst>
      <p:ext uri="{BB962C8B-B14F-4D97-AF65-F5344CB8AC3E}">
        <p14:creationId xmlns:p14="http://schemas.microsoft.com/office/powerpoint/2010/main" val="396194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E77F725-D03E-1FC6-354A-074DA64EB7DA}"/>
              </a:ext>
            </a:extLst>
          </p:cNvPr>
          <p:cNvSpPr txBox="1"/>
          <p:nvPr/>
        </p:nvSpPr>
        <p:spPr>
          <a:xfrm>
            <a:off x="284310" y="69156"/>
            <a:ext cx="1035039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Bootstrap et CSS Avancé</a:t>
            </a:r>
          </a:p>
          <a:p>
            <a:endParaRPr lang="fr-F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Composants Bootstrap utilisés:</a:t>
            </a: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Accordion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Buttons </a:t>
            </a:r>
          </a:p>
          <a:p>
            <a:pPr algn="just"/>
            <a:r>
              <a:rPr lang="fr-F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avancé: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CSS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Animations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</a:t>
            </a:r>
          </a:p>
          <a:p>
            <a:pPr algn="just"/>
            <a:r>
              <a:rPr lang="fr-F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Responsive: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: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Tablette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Ordinateur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665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8232267-9DCA-2497-5C7D-140E7A852F96}"/>
              </a:ext>
            </a:extLst>
          </p:cNvPr>
          <p:cNvSpPr txBox="1"/>
          <p:nvPr/>
        </p:nvSpPr>
        <p:spPr>
          <a:xfrm>
            <a:off x="514830" y="0"/>
            <a:ext cx="999692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solidFill>
                  <a:schemeClr val="tx2"/>
                </a:solidFill>
                <a:highlight>
                  <a:srgbClr val="FFFF00"/>
                </a:highlight>
                <a:latin typeface="Elephant" panose="02020904090505020303" pitchFamily="18" charset="0"/>
              </a:rPr>
              <a:t>GitHub &amp; Déploiement</a:t>
            </a:r>
          </a:p>
          <a:p>
            <a:endParaRPr lang="fr-FR" sz="24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r>
              <a:rPr lang="fr-FR" sz="2400" dirty="0">
                <a:latin typeface="Arial Black" panose="020B0A04020102020204" pitchFamily="34" charset="0"/>
              </a:rPr>
              <a:t>Dépôt : FALL-Lamine--</a:t>
            </a:r>
            <a:r>
              <a:rPr lang="fr-FR" sz="2400" dirty="0" err="1">
                <a:latin typeface="Arial Black" panose="020B0A04020102020204" pitchFamily="34" charset="0"/>
              </a:rPr>
              <a:t>AfriTalent</a:t>
            </a:r>
            <a:endParaRPr lang="fr-FR" sz="2400" dirty="0">
              <a:latin typeface="Arial Black" panose="020B0A04020102020204" pitchFamily="34" charset="0"/>
            </a:endParaRPr>
          </a:p>
          <a:p>
            <a:endParaRPr lang="fr-FR" sz="2000" dirty="0"/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commits réalisés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 : création du dépôt, arborescence...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HTML : structure complète des 5 pages...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CSS : variables, typographie, layout...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CSS : Bento Grid, sections hero...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CSS : responsive design mobile et tablette...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JS : dark mode avec localStorage...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JS : compteurs animés au scroll...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JS : filtrage dynamique des freelances...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Finalisation : corrections responsive...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Déploiement : GitHub Pages activé...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Lien GitHub Pages :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https://laminefall854.github.io/FALL-Lamine-AfriTalent-/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C8D83C-5F3C-69F1-2A3A-AAEBC619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5" y="602192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3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0546430-6976-DC02-ABA6-B425D3BBC419}"/>
              </a:ext>
            </a:extLst>
          </p:cNvPr>
          <p:cNvSpPr txBox="1"/>
          <p:nvPr/>
        </p:nvSpPr>
        <p:spPr>
          <a:xfrm>
            <a:off x="391886" y="361150"/>
            <a:ext cx="945904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 &amp; Solutions</a:t>
            </a:r>
          </a:p>
          <a:p>
            <a:endParaRPr lang="fr-F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 1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Carousel Bootstrap ne fonctionnait pas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: Bootstrap JS manquant avant &lt;/body&gt;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Ajout de bootstrap.bundle.min.js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Problème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mode ne marchait pas sur certaines pages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: Script chargé avant le bouton dans le HTML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Scripts déplacés tout en bas avant &lt;/body&gt;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Ajout d'un if() pour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currentYear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inexistant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Problème 3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Erreurs W3C sur la hiérarchie des titres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: h5/h6 remplacés par h3/h4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Respect de l'ordre h1 → h2 → h3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 4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du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trop zoomées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: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-fit: cover +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-position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Cadrage correct des photos</a:t>
            </a:r>
          </a:p>
        </p:txBody>
      </p:sp>
    </p:spTree>
    <p:extLst>
      <p:ext uri="{BB962C8B-B14F-4D97-AF65-F5344CB8AC3E}">
        <p14:creationId xmlns:p14="http://schemas.microsoft.com/office/powerpoint/2010/main" val="319030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FD90D4B-4575-BB71-B1F0-7E280510E77E}"/>
              </a:ext>
            </a:extLst>
          </p:cNvPr>
          <p:cNvSpPr txBox="1"/>
          <p:nvPr/>
        </p:nvSpPr>
        <p:spPr>
          <a:xfrm>
            <a:off x="0" y="214073"/>
            <a:ext cx="1055017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Ressources utilisées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Documentation 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Documentation </a:t>
            </a:r>
          </a:p>
          <a:p>
            <a:pPr algn="just"/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Validator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W3C </a:t>
            </a:r>
          </a:p>
          <a:p>
            <a:pPr algn="just"/>
            <a:r>
              <a:rPr lang="fr-FR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Outils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049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9AF24B-E5E5-7254-CF25-FA971D3AF54E}"/>
              </a:ext>
            </a:extLst>
          </p:cNvPr>
          <p:cNvSpPr txBox="1"/>
          <p:nvPr/>
        </p:nvSpPr>
        <p:spPr>
          <a:xfrm>
            <a:off x="172890" y="209390"/>
            <a:ext cx="873674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 </a:t>
            </a:r>
          </a:p>
          <a:p>
            <a:endParaRPr lang="fr-F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Site accessible en ligne :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https://laminefall854.github.io/FALL-Lamine-AfriTalent-/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Pages à démontrer :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 — Accueil + Dark mode + Compteurs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freelances.html — Filtrage par catégorie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tarifs.html — FAQ Accordion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about.html — Compteurs animés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contact.html — Validation formulaire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à montrer en live </a:t>
            </a:r>
            <a:r>
              <a:rPr lang="fr-F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Toggle Dark/Light mode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Filtrage des freelances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Formulaire avec erreurs et succès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Bouton retour en haut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Navbar au scroll</a:t>
            </a:r>
          </a:p>
        </p:txBody>
      </p:sp>
    </p:spTree>
    <p:extLst>
      <p:ext uri="{BB962C8B-B14F-4D97-AF65-F5344CB8AC3E}">
        <p14:creationId xmlns:p14="http://schemas.microsoft.com/office/powerpoint/2010/main" val="266565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9E82A7F-A727-CDE5-F0D5-F36CB2EB8594}"/>
              </a:ext>
            </a:extLst>
          </p:cNvPr>
          <p:cNvSpPr txBox="1"/>
          <p:nvPr/>
        </p:nvSpPr>
        <p:spPr>
          <a:xfrm>
            <a:off x="545566" y="484094"/>
            <a:ext cx="912094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Perspectives d’ </a:t>
            </a:r>
            <a:r>
              <a:rPr lang="fr-FR" sz="3000" dirty="0" err="1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amelioration</a:t>
            </a:r>
            <a:endParaRPr lang="fr-FR" sz="3000" dirty="0">
              <a:solidFill>
                <a:schemeClr val="tx2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que j'ai appris :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Structure HTML5 sémantique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CSS avancé : Grid, Flexbox, animations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Bootstrap 5 : composants et personnalisation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JavaScript vanilla : DOM, événements, localStorage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Git &amp; GitHub : versioning et déploiement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Validation W3C et accessibilité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Perspectives d'amélioration :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Ajouter une page Blog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Système d'inscription réel avec backend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Base de données pour les profils freelances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Système de messagerie entre freelances et entreprises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Application mobile AfriTalent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Intégration paiement mobile money (Wave, Orange Money)</a:t>
            </a:r>
          </a:p>
          <a:p>
            <a:endParaRPr lang="fr-FR" dirty="0">
              <a:latin typeface="Berlin Sans FB" panose="020E0602020502020306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292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9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</TotalTime>
  <Words>928</Words>
  <Application>Microsoft Office PowerPoint</Application>
  <PresentationFormat>Grand écran</PresentationFormat>
  <Paragraphs>216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Baskerville Old Face</vt:lpstr>
      <vt:lpstr>Berlin Sans FB</vt:lpstr>
      <vt:lpstr>Berlin Sans FB Demi</vt:lpstr>
      <vt:lpstr>Calibri</vt:lpstr>
      <vt:lpstr>Calibri Light</vt:lpstr>
      <vt:lpstr>Elephant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Pmk kane</dc:creator>
  <cp:lastModifiedBy>lamine fall</cp:lastModifiedBy>
  <cp:revision>7</cp:revision>
  <dcterms:created xsi:type="dcterms:W3CDTF">2026-06-15T20:45:56Z</dcterms:created>
  <dcterms:modified xsi:type="dcterms:W3CDTF">2026-06-22T20:26:06Z</dcterms:modified>
</cp:coreProperties>
</file>